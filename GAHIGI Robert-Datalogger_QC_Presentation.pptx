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6" r:id="rId4"/>
    <p:sldId id="258" r:id="rId5"/>
    <p:sldId id="267" r:id="rId6"/>
    <p:sldId id="259" r:id="rId7"/>
    <p:sldId id="268" r:id="rId8"/>
    <p:sldId id="269" r:id="rId9"/>
    <p:sldId id="260" r:id="rId10"/>
    <p:sldId id="270" r:id="rId11"/>
    <p:sldId id="261" r:id="rId12"/>
    <p:sldId id="271" r:id="rId13"/>
    <p:sldId id="262" r:id="rId14"/>
    <p:sldId id="272" r:id="rId15"/>
    <p:sldId id="273" r:id="rId16"/>
    <p:sldId id="263" r:id="rId17"/>
    <p:sldId id="274" r:id="rId18"/>
    <p:sldId id="264" r:id="rId19"/>
    <p:sldId id="265" r:id="rId20"/>
    <p:sldId id="266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Multi‑Station Datalogger QC &amp; Health A</a:t>
            </a:r>
            <a:r>
              <a:rPr lang="en-US" dirty="0"/>
              <a:t>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</a:t>
            </a:r>
            <a:endParaRPr dirty="0"/>
          </a:p>
          <a:p>
            <a:r>
              <a:rPr dirty="0"/>
              <a:t>Prepared by </a:t>
            </a:r>
            <a:r>
              <a:rPr lang="en-US" dirty="0"/>
              <a:t>GAHIGI Robert</a:t>
            </a:r>
          </a:p>
          <a:p>
            <a:r>
              <a:rPr lang="en-US" dirty="0"/>
              <a:t>On 24</a:t>
            </a:r>
            <a:r>
              <a:rPr lang="en-US" baseline="30000" dirty="0"/>
              <a:t>th</a:t>
            </a:r>
            <a:r>
              <a:rPr lang="en-US" dirty="0"/>
              <a:t> February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Evaluate data quality across multiple datalogger stations</a:t>
            </a:r>
          </a:p>
          <a:p>
            <a:r>
              <a:rPr dirty="0"/>
              <a:t>Detect sensor faults, outages, and inconsistencies</a:t>
            </a:r>
          </a:p>
          <a:p>
            <a:r>
              <a:rPr dirty="0"/>
              <a:t>Compare stations using temperature and precipitation behavior</a:t>
            </a:r>
          </a:p>
          <a:p>
            <a:r>
              <a:rPr dirty="0"/>
              <a:t>Develop </a:t>
            </a:r>
            <a:r>
              <a:rPr lang="en-US" dirty="0"/>
              <a:t>an overall</a:t>
            </a:r>
            <a:r>
              <a:rPr dirty="0"/>
              <a:t> station health score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9105-35AC-0862-DFE1-5F3D502D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73" y="121187"/>
            <a:ext cx="7998245" cy="2324558"/>
          </a:xfrm>
        </p:spPr>
        <p:txBody>
          <a:bodyPr>
            <a:normAutofit fontScale="90000"/>
          </a:bodyPr>
          <a:lstStyle/>
          <a:p>
            <a:r>
              <a:rPr lang="en-US" dirty="0"/>
              <a:t>TIME FRAME : Analysis was performed on 7 data logger stations :</a:t>
            </a:r>
            <a:r>
              <a:rPr lang="en-US" b="1" dirty="0"/>
              <a:t>18758,18759, 18760, 18761,18762,18763 and 18764</a:t>
            </a:r>
            <a:endParaRPr lang="en-RW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2672B-A0DC-48FF-2193-F64FB2E1D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95" y="2776251"/>
            <a:ext cx="8668017" cy="358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2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QC 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8166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Step 1: </a:t>
            </a:r>
            <a:r>
              <a:rPr lang="en-US" dirty="0"/>
              <a:t>Firstly, I  performed  datasets decoding of datalogger station respectively ( I developed a python script that helped in performing that task) </a:t>
            </a:r>
          </a:p>
          <a:p>
            <a:r>
              <a:rPr lang="en-US" dirty="0"/>
              <a:t>Step 2:</a:t>
            </a:r>
            <a:r>
              <a:rPr dirty="0"/>
              <a:t>Data parsing and time indexing</a:t>
            </a:r>
          </a:p>
          <a:p>
            <a:r>
              <a:rPr dirty="0"/>
              <a:t>Step </a:t>
            </a:r>
            <a:r>
              <a:rPr lang="en-US" dirty="0"/>
              <a:t>3</a:t>
            </a:r>
            <a:r>
              <a:rPr dirty="0"/>
              <a:t>: Completeness (missingness) assessment</a:t>
            </a:r>
          </a:p>
          <a:p>
            <a:r>
              <a:rPr dirty="0"/>
              <a:t>Step </a:t>
            </a:r>
            <a:r>
              <a:rPr lang="en-US" dirty="0"/>
              <a:t>4</a:t>
            </a:r>
            <a:r>
              <a:rPr dirty="0"/>
              <a:t>: Out‑of‑range and logical ordering checks</a:t>
            </a:r>
          </a:p>
          <a:p>
            <a:r>
              <a:rPr dirty="0"/>
              <a:t>Step </a:t>
            </a:r>
            <a:r>
              <a:rPr lang="en-US" dirty="0"/>
              <a:t>5</a:t>
            </a:r>
            <a:r>
              <a:rPr dirty="0"/>
              <a:t>: Time‑gap/outage detection</a:t>
            </a:r>
          </a:p>
          <a:p>
            <a:r>
              <a:rPr dirty="0"/>
              <a:t>Step </a:t>
            </a:r>
            <a:r>
              <a:rPr lang="en-US" dirty="0"/>
              <a:t>6</a:t>
            </a:r>
            <a:r>
              <a:rPr dirty="0"/>
              <a:t>: Stuck‑sensor diagnostics</a:t>
            </a:r>
          </a:p>
          <a:p>
            <a:r>
              <a:rPr dirty="0"/>
              <a:t>Step </a:t>
            </a:r>
            <a:r>
              <a:rPr lang="en-US" dirty="0"/>
              <a:t>7</a:t>
            </a:r>
            <a:r>
              <a:rPr dirty="0"/>
              <a:t>: Cross‑station comparison and correlation analysis</a:t>
            </a:r>
          </a:p>
          <a:p>
            <a:r>
              <a:rPr dirty="0"/>
              <a:t>Step </a:t>
            </a:r>
            <a:r>
              <a:rPr lang="en-US" dirty="0"/>
              <a:t>8</a:t>
            </a:r>
            <a:r>
              <a:rPr dirty="0"/>
              <a:t>: </a:t>
            </a:r>
            <a:r>
              <a:rPr lang="en-US" dirty="0"/>
              <a:t>overall</a:t>
            </a:r>
            <a:r>
              <a:rPr dirty="0"/>
              <a:t> station health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710F-3484-DD1A-DDA4-26BC5F63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1: COMPLETENESS PLOT</a:t>
            </a:r>
            <a:endParaRPr lang="en-R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226749-4C83-6BA7-1837-1644C3C10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313" y="2080098"/>
            <a:ext cx="6309373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9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Measures proportion of available (non‑missing) data</a:t>
            </a:r>
          </a:p>
          <a:p>
            <a:r>
              <a:rPr dirty="0"/>
              <a:t>Most stations show excellent completeness (&gt;0.99)</a:t>
            </a:r>
          </a:p>
          <a:p>
            <a:r>
              <a:rPr dirty="0"/>
              <a:t>Station 18764 shows reduced completeness (~0.76)</a:t>
            </a:r>
          </a:p>
          <a:p>
            <a:r>
              <a:rPr dirty="0"/>
              <a:t>High completeness indicates stable data acquisition</a:t>
            </a:r>
          </a:p>
          <a:p>
            <a:r>
              <a:rPr dirty="0"/>
              <a:t>Low completeness suggests outages or sensor downtime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015E-77D3-D761-8E96-28E4A10B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2: Out of range and Temperature statistics ordering</a:t>
            </a:r>
            <a:endParaRPr lang="en-RW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1E95D1-4119-3F74-D189-1FC16D3F6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313" y="2080098"/>
            <a:ext cx="6309373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4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C076-5BE1-3E95-2229-0A547BF4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ordering check</a:t>
            </a:r>
            <a:endParaRPr lang="en-R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558468-72D4-A9FE-E0D8-22064C909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313" y="2080098"/>
            <a:ext cx="6309373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07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Interpretation : </a:t>
            </a:r>
            <a:r>
              <a:rPr dirty="0"/>
              <a:t>Range &amp; Ordering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Out‑of‑range values detect physically impossible measurements</a:t>
            </a:r>
            <a:r>
              <a:rPr lang="en-US" dirty="0"/>
              <a:t> or indicates that values are out of physically possible limits.</a:t>
            </a:r>
            <a:endParaRPr dirty="0"/>
          </a:p>
          <a:p>
            <a:r>
              <a:rPr dirty="0"/>
              <a:t>Min–Avg–Max ordering ensures logical consistency</a:t>
            </a:r>
          </a:p>
          <a:p>
            <a:r>
              <a:rPr dirty="0"/>
              <a:t>High ordering violation rates suggest mapping or computation issues</a:t>
            </a:r>
          </a:p>
          <a:p>
            <a:r>
              <a:rPr dirty="0"/>
              <a:t>Stations 18759 and 18764 show the most concern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BD978-117A-D81B-A7A1-E9120F9D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Gaps and outages</a:t>
            </a:r>
            <a:endParaRPr lang="en-R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2BCD60-9CB5-F68F-9FEB-39E2BE667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40561"/>
            <a:ext cx="8229600" cy="324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2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Analysis 3 — Time Gaps / Outages</a:t>
            </a:r>
            <a:br>
              <a:rPr lang="en-US" dirty="0"/>
            </a:br>
            <a:r>
              <a:rPr lang="en-US" dirty="0"/>
              <a:t>I took a sample of 18760 in visualizing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910" y="1600200"/>
            <a:ext cx="8091889" cy="3037901"/>
          </a:xfrm>
        </p:spPr>
        <p:txBody>
          <a:bodyPr/>
          <a:lstStyle/>
          <a:p>
            <a:r>
              <a:rPr dirty="0"/>
              <a:t>Evaluates continuity of data transmission</a:t>
            </a:r>
          </a:p>
          <a:p>
            <a:r>
              <a:rPr dirty="0"/>
              <a:t>Large gaps indicate power, network, or logger interruptions</a:t>
            </a:r>
          </a:p>
          <a:p>
            <a:r>
              <a:rPr dirty="0"/>
              <a:t>Operational reliability should be improved for affected stations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711E-1C25-9C93-674A-E109E75B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4: Stuck sensor detection</a:t>
            </a:r>
            <a:endParaRPr lang="en-R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15F736-1724-16E0-CA23-976177217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484" y="1851497"/>
            <a:ext cx="8129032" cy="40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7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Repeated‑value analysis identifies frozen</a:t>
            </a:r>
            <a:r>
              <a:rPr lang="en-US" dirty="0"/>
              <a:t> and malfunctional</a:t>
            </a:r>
            <a:r>
              <a:rPr dirty="0"/>
              <a:t> sensors</a:t>
            </a:r>
          </a:p>
          <a:p>
            <a:r>
              <a:rPr dirty="0"/>
              <a:t>Share ≥ 0.95 indicates likely sensor </a:t>
            </a:r>
            <a:r>
              <a:rPr lang="en-US" dirty="0" err="1"/>
              <a:t>stucking</a:t>
            </a:r>
            <a:r>
              <a:rPr lang="en-US" dirty="0"/>
              <a:t> at constant value( sensor stalling).</a:t>
            </a:r>
          </a:p>
          <a:p>
            <a:r>
              <a:rPr dirty="0"/>
              <a:t>Some stations</a:t>
            </a:r>
            <a:r>
              <a:rPr lang="en-US" dirty="0"/>
              <a:t> like </a:t>
            </a:r>
            <a:r>
              <a:rPr lang="en-US" b="1" dirty="0"/>
              <a:t>18761</a:t>
            </a:r>
            <a:r>
              <a:rPr lang="en-US" dirty="0"/>
              <a:t> and </a:t>
            </a:r>
            <a:r>
              <a:rPr lang="en-US" b="1" dirty="0"/>
              <a:t>18764</a:t>
            </a:r>
            <a:r>
              <a:rPr lang="en-US" dirty="0"/>
              <a:t> </a:t>
            </a:r>
            <a:r>
              <a:rPr dirty="0"/>
              <a:t> show very high repetition signals</a:t>
            </a:r>
          </a:p>
          <a:p>
            <a:r>
              <a:rPr dirty="0"/>
              <a:t>These sensors require field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A8C6-76B2-67E2-F33E-9BA74568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433412" cy="160924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ANALYSIS 5</a:t>
            </a:r>
            <a:r>
              <a:rPr lang="en-US" dirty="0"/>
              <a:t>:RAIN DETECTION FREQUENCY AND TEMPERATURE DAILY MEAN</a:t>
            </a:r>
            <a:endParaRPr lang="en-R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F27F70-2117-BDBB-0A2A-6BBFD6E2F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514" y="2080098"/>
            <a:ext cx="5394971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37CB25-A181-2FA8-F67D-9E7544005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67427"/>
            <a:ext cx="8229600" cy="339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54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Analysis 5 — </a:t>
            </a:r>
            <a:r>
              <a:rPr lang="en-US" dirty="0"/>
              <a:t>Interpretation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Daily temperature trends show overall network coherence</a:t>
            </a:r>
          </a:p>
          <a:p>
            <a:r>
              <a:rPr dirty="0"/>
              <a:t>Minor warm/cool biases observed between stations</a:t>
            </a:r>
          </a:p>
          <a:p>
            <a:r>
              <a:rPr dirty="0"/>
              <a:t>Rain detection frequency highlights potential gauge issues</a:t>
            </a:r>
          </a:p>
          <a:p>
            <a:r>
              <a:rPr dirty="0"/>
              <a:t>Stations </a:t>
            </a:r>
            <a:r>
              <a:rPr b="1" dirty="0"/>
              <a:t>18763</a:t>
            </a:r>
            <a:r>
              <a:rPr dirty="0"/>
              <a:t> and </a:t>
            </a:r>
            <a:r>
              <a:rPr b="1" dirty="0"/>
              <a:t>18764</a:t>
            </a:r>
            <a:r>
              <a:rPr dirty="0"/>
              <a:t> show unusually low rain detection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4561-45E3-A50A-0FED-05B6EF83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OVERALL, STATION HEALTH PLOT</a:t>
            </a:r>
            <a:endParaRPr lang="en-RW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66E446-2003-A3D7-CFB3-8BEA7FE79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313" y="2080098"/>
            <a:ext cx="6309373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75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</a:t>
            </a:r>
            <a:r>
              <a:rPr dirty="0"/>
              <a:t> Station Health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Health score integrates multiple QC indicators</a:t>
            </a:r>
          </a:p>
          <a:p>
            <a:r>
              <a:rPr dirty="0"/>
              <a:t>Higher score indicates better overall station reliability</a:t>
            </a:r>
          </a:p>
          <a:p>
            <a:r>
              <a:rPr dirty="0"/>
              <a:t>Best performing stations: </a:t>
            </a:r>
            <a:r>
              <a:rPr b="1" dirty="0"/>
              <a:t>18761</a:t>
            </a:r>
            <a:r>
              <a:rPr dirty="0"/>
              <a:t> and </a:t>
            </a:r>
            <a:r>
              <a:rPr b="1" dirty="0"/>
              <a:t>18760</a:t>
            </a:r>
          </a:p>
          <a:p>
            <a:r>
              <a:rPr dirty="0"/>
              <a:t>Lowest score: Station </a:t>
            </a:r>
            <a:r>
              <a:rPr b="1" dirty="0"/>
              <a:t>18764</a:t>
            </a:r>
          </a:p>
          <a:p>
            <a:r>
              <a:rPr dirty="0"/>
              <a:t>Ranking supports maintenance prioritization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Immediate inspection of Station </a:t>
            </a:r>
            <a:r>
              <a:rPr b="1" dirty="0"/>
              <a:t>18764</a:t>
            </a:r>
            <a:r>
              <a:rPr dirty="0"/>
              <a:t> </a:t>
            </a:r>
            <a:r>
              <a:rPr lang="en-US" dirty="0"/>
              <a:t>due many</a:t>
            </a:r>
            <a:r>
              <a:rPr dirty="0"/>
              <a:t> QC issues</a:t>
            </a:r>
            <a:r>
              <a:rPr lang="en-US" dirty="0"/>
              <a:t> detected from the analysis.</a:t>
            </a:r>
            <a:endParaRPr dirty="0"/>
          </a:p>
          <a:p>
            <a:r>
              <a:rPr dirty="0"/>
              <a:t>Investigate ordering violations at Station </a:t>
            </a:r>
            <a:r>
              <a:rPr b="1" dirty="0"/>
              <a:t>18759</a:t>
            </a:r>
          </a:p>
          <a:p>
            <a:r>
              <a:rPr dirty="0"/>
              <a:t>Improve power/network stability for stations with large gaps</a:t>
            </a:r>
          </a:p>
          <a:p>
            <a:r>
              <a:rPr dirty="0"/>
              <a:t>Verify sensors with high repeated‑value indicators</a:t>
            </a:r>
          </a:p>
          <a:p>
            <a:r>
              <a:rPr dirty="0"/>
              <a:t>Continue routine automated QC monitoring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Overall network is operational but with targeted weaknesses</a:t>
            </a:r>
          </a:p>
          <a:p>
            <a:r>
              <a:rPr dirty="0"/>
              <a:t>QC pipeline successfully detected sensor and transmission issues</a:t>
            </a:r>
          </a:p>
          <a:p>
            <a:r>
              <a:rPr lang="en-US" dirty="0"/>
              <a:t>Overall</a:t>
            </a:r>
            <a:r>
              <a:rPr dirty="0"/>
              <a:t> health score provides actionable maintenance guidance</a:t>
            </a:r>
          </a:p>
          <a:p>
            <a:r>
              <a:rPr dirty="0"/>
              <a:t>Regular QC is essential for reliable meteorological</a:t>
            </a:r>
            <a:r>
              <a:rPr lang="en-US" dirty="0"/>
              <a:t> stations</a:t>
            </a:r>
            <a:r>
              <a:rPr dirty="0"/>
              <a:t> monitoring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BFC0-40BB-70D1-D1E3-93AF68CE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R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8E1A2-6B9C-FF2C-A518-2D46A392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451906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520</Words>
  <Application>Microsoft Office PowerPoint</Application>
  <PresentationFormat>On-screen Show (4:3)</PresentationFormat>
  <Paragraphs>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Multi‑Station Datalogger QC &amp; Health Analysis</vt:lpstr>
      <vt:lpstr>Objectives</vt:lpstr>
      <vt:lpstr>TIME FRAME : Analysis was performed on 7 data logger stations :18758,18759, 18760, 18761,18762,18763 and 18764</vt:lpstr>
      <vt:lpstr>QC Methodology Overview</vt:lpstr>
      <vt:lpstr>ANALYSIS 1: COMPLETENESS PLOT</vt:lpstr>
      <vt:lpstr>INTERPRETATION</vt:lpstr>
      <vt:lpstr>ANALYSIS 2: Out of range and Temperature statistics ordering</vt:lpstr>
      <vt:lpstr>Temperature ordering check</vt:lpstr>
      <vt:lpstr>Interpretation : Range &amp; Ordering Checks</vt:lpstr>
      <vt:lpstr>Time Gaps and outages</vt:lpstr>
      <vt:lpstr>Analysis 3 — Time Gaps / Outages I took a sample of 18760 in visualizing </vt:lpstr>
      <vt:lpstr>ANALYSIS 4: Stuck sensor detection</vt:lpstr>
      <vt:lpstr>Interpretation</vt:lpstr>
      <vt:lpstr>ANALYSIS 5:RAIN DETECTION FREQUENCY AND TEMPERATURE DAILY MEAN</vt:lpstr>
      <vt:lpstr>PowerPoint Presentation</vt:lpstr>
      <vt:lpstr>Analysis 5 — Interpretation</vt:lpstr>
      <vt:lpstr>OVERALL, STATION HEALTH PLOT</vt:lpstr>
      <vt:lpstr>OVERALL Station Health Ranking</vt:lpstr>
      <vt:lpstr>Key Recommendations</vt:lpstr>
      <vt:lpstr>Conclusion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Gahigi</dc:creator>
  <cp:keywords/>
  <dc:description>generated using python-pptx</dc:description>
  <cp:lastModifiedBy>Gahigi</cp:lastModifiedBy>
  <cp:revision>4</cp:revision>
  <dcterms:created xsi:type="dcterms:W3CDTF">2013-01-27T09:14:16Z</dcterms:created>
  <dcterms:modified xsi:type="dcterms:W3CDTF">2026-02-25T10:36:29Z</dcterms:modified>
  <cp:category/>
</cp:coreProperties>
</file>